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5260-C2DE-E53C-C68F-0409AD0D5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B339B-42BA-45A2-797F-8B7B1810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B61E4-7B8F-C1A9-907A-EEF72D3D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A3E81-A47E-7C34-53D1-4AD8E93F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4281D-FCB1-1179-CDFA-8D59090C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EC81-ECE2-1710-7D33-DC6BC7CD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4A8F0-FC67-F8FE-A07F-177FBB88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98039-0649-FBE3-FF11-DBD0BE8A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24F7E-CB87-DE94-1502-1E7F8D2A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3555B-6B85-B390-35CE-6B08DB8A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E8AC-974D-1A05-8840-0CE66DF2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7FE49-3BAF-3BAD-1021-E007F101D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59F01-028D-9784-9D0F-8BC56AD7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733AA-5D88-C5C2-9F7C-31694A7E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C7A0C-D509-81ED-EBE8-4238E328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2AA6-50D9-D9EB-AA25-11EDBE16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ECC6-2C6C-D96F-B5D5-72A770D26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76DE-4F50-490C-0F60-6B6960DBF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59F23-4CDD-E4B8-C88C-D080AFAF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10640-94F4-B675-2649-6B6BCBE6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29A19-2B7B-D16D-A8A9-C0318F4B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3229-96BF-7064-2700-9863B0B7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2CACB-6230-22F1-422E-4341A01FB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3030B-35CF-2F39-7813-F974D3B70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CDC98-B1BC-B5F8-54E0-D5BCAB328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FE8A6-D204-3E8D-6272-14EA32934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404CD-AC0B-672A-0303-4AC218EF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09ABC-4662-DA7A-C318-4082540C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7974B-450E-DFFC-199E-EAA84B8D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9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BC61-D322-1AFE-F08B-1EBE951D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D3339-3AB0-90E6-88CE-8F1E7982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57022-9766-FB0A-E10A-D60A3801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3A3AA-1F5C-7F0A-BFF0-A3F430E3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9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95BADF-6AC4-2984-44F9-8A049346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64D27-8F9A-23DD-9701-ADEA256A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FC2C0-BA9D-8204-9969-BF764019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0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990F-320D-28B7-DD87-0A47505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0B4C-FA66-9D10-0F60-FAD5E632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5D3F0-FEAC-6D8E-0B0D-539DB7332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8F55D-9C69-5754-7F2C-53E03D02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F1E20-B1E0-87AD-C7D2-0016E915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270F4-6408-9625-DEE5-40BA4E16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8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036-2273-2645-75F5-7270EA3A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AC5F5-0F3F-7717-1B4B-59DAFB626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358F1-309B-1DA5-506A-BD1C49257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8F52F-11F2-39C5-0CAF-C66358EC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453FE-C1BA-F1F8-28A8-DB4A1E1F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91DAD-7D4B-0B81-BB17-7F4AF159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4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4D15-CBB2-4B51-020E-D85EDA22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5117-4234-A965-7CB0-5D774298D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C5EB-53AE-AF93-F4E7-A35D5698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95A9B-F392-A69B-0A1C-B8D8CD01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732A2-75D7-833B-2EA0-2C542F0C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8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D754F-CD7B-A9EF-6EAE-ACAED2E7C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83911-24AB-88E9-3B7D-0F97BE117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A7BA-08EA-DE02-0EB8-BFC26A23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912FA-5AF8-7A7F-8FF8-7E92D6BC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BADC8-325D-DA5B-127F-AFF313E3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0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A331B-7446-90F3-6BC3-35558206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0096F-95AD-5BE3-0519-6AABC71F6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0ED26-ECA8-E2E6-E079-F9E500265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EE159-3B3B-B844-B1D8-1B02D98DB078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ACF7-F075-227C-66F0-6BCF2EA06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D5449-E9D0-6A50-075F-0072E704E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3151B-329B-DD43-8773-2C5B20A78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3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5C6F-E2BD-5986-C372-28CCCD883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6F8AB-ACE7-E11A-0FEC-63C9124B7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33D18-1EDB-98FB-4769-9B9E20D73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1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5853-0AA7-FA5A-E5F6-0FE5C63F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CA72B9-30FD-514E-0982-55BB49DB1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1280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7222-DC7F-9CE5-5F27-2E4D76A1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587760-EEC6-7934-B837-B4B7752DD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66729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C697-C839-C6FA-2AAD-379B2000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22C86-EA6C-9F99-3906-7AFD1BC40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5109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E98C-9DBF-FB49-CCEA-39C7462F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C00E78-CF47-0D7E-EED6-5B89B6C5D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2" y="0"/>
            <a:ext cx="12039168" cy="6760203"/>
          </a:xfrm>
        </p:spPr>
      </p:pic>
    </p:spTree>
    <p:extLst>
      <p:ext uri="{BB962C8B-B14F-4D97-AF65-F5344CB8AC3E}">
        <p14:creationId xmlns:p14="http://schemas.microsoft.com/office/powerpoint/2010/main" val="274024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5DBD-29DC-A2B6-1FA3-63DDEE6E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6EFD7A-A3F3-6DA0-3A55-8271E0844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50657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A55C-66F4-578E-C169-D4AEEA01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705792-7AB0-3AD2-79E5-F463BE0A3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3" y="93217"/>
            <a:ext cx="12106377" cy="6764783"/>
          </a:xfrm>
        </p:spPr>
      </p:pic>
    </p:spTree>
    <p:extLst>
      <p:ext uri="{BB962C8B-B14F-4D97-AF65-F5344CB8AC3E}">
        <p14:creationId xmlns:p14="http://schemas.microsoft.com/office/powerpoint/2010/main" val="30957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EDC6-E7F5-1BDE-666E-7BCBD0E3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155F68-1041-B48B-2067-371564BB4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75212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1C6A-E644-514C-D8CE-91E2EE63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4D6B98-640E-07A7-B77B-A631B4612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99" y="0"/>
            <a:ext cx="12208299" cy="6858000"/>
          </a:xfrm>
        </p:spPr>
      </p:pic>
    </p:spTree>
    <p:extLst>
      <p:ext uri="{BB962C8B-B14F-4D97-AF65-F5344CB8AC3E}">
        <p14:creationId xmlns:p14="http://schemas.microsoft.com/office/powerpoint/2010/main" val="256003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C911-D4DB-CB89-C950-A6C72C1C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78AA6-789F-7FAD-74EE-463455232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" y="0"/>
            <a:ext cx="12094152" cy="6858000"/>
          </a:xfrm>
        </p:spPr>
      </p:pic>
    </p:spTree>
    <p:extLst>
      <p:ext uri="{BB962C8B-B14F-4D97-AF65-F5344CB8AC3E}">
        <p14:creationId xmlns:p14="http://schemas.microsoft.com/office/powerpoint/2010/main" val="1283087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A203-6373-F299-4448-50E4EAD1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075AF7-176E-A0C1-AB63-02D3F8E9A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8" y="93217"/>
            <a:ext cx="12051392" cy="6679211"/>
          </a:xfrm>
        </p:spPr>
      </p:pic>
    </p:spTree>
    <p:extLst>
      <p:ext uri="{BB962C8B-B14F-4D97-AF65-F5344CB8AC3E}">
        <p14:creationId xmlns:p14="http://schemas.microsoft.com/office/powerpoint/2010/main" val="262781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5DDB-77B4-918B-870C-791E6F37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2ED406-F41E-40F0-B892-C2B4AC5E5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215853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1CED-40B1-498D-DD9F-7A86232B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541D64-33BC-2C24-732A-25BD7477E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414276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6E69-2C96-A9FF-6037-27E5AEEF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B8A2D4-3BE6-F8BE-79D7-AC15C7E74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59068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1BD3-4111-950D-D0BE-C68A92CA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19F9F6-05C4-25E3-662B-CB49CB831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64537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53A-75CC-DDE1-AF96-65FC95B85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E2EF58-B3E5-AA37-4A6A-487418DFB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421867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8A12-7C20-DB4E-EF5C-91A7EEC2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6417A1-D073-3FC7-E880-8937817E4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2031234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06B2-98E6-BE54-5D75-4D5285D8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27F181-FDC3-6D6A-C517-7042E3D9E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3514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F56F-6A82-3617-06FD-5383DED7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56A5E0-30C6-CF43-1C0D-48A8460B0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4" y="80321"/>
            <a:ext cx="12063616" cy="6777679"/>
          </a:xfrm>
        </p:spPr>
      </p:pic>
    </p:spTree>
    <p:extLst>
      <p:ext uri="{BB962C8B-B14F-4D97-AF65-F5344CB8AC3E}">
        <p14:creationId xmlns:p14="http://schemas.microsoft.com/office/powerpoint/2010/main" val="4025404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CBE2-7E53-A670-A4FD-BC009140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D5A5DF-B75C-EF2C-DCB3-3E91A028B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2760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3CFB-18B7-E271-583D-3C59031E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8376F8-3C8E-EC72-D26C-5537E72DF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628159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0400-677A-AD3B-EBAB-8E63C37F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18029-E24F-C2B2-AEED-9B0AE1600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482120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2697-8E57-7C7A-E476-FE1F07B3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FA58F8-FDCD-669F-4516-FD08817B2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3572"/>
          </a:xfrm>
        </p:spPr>
      </p:pic>
    </p:spTree>
    <p:extLst>
      <p:ext uri="{BB962C8B-B14F-4D97-AF65-F5344CB8AC3E}">
        <p14:creationId xmlns:p14="http://schemas.microsoft.com/office/powerpoint/2010/main" val="390874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0F7E-B1EF-C23A-ECB4-B97DAFE7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2E8D76-200B-4605-A7F6-9463AB677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75" y="0"/>
            <a:ext cx="12196075" cy="6858000"/>
          </a:xfrm>
        </p:spPr>
      </p:pic>
    </p:spTree>
    <p:extLst>
      <p:ext uri="{BB962C8B-B14F-4D97-AF65-F5344CB8AC3E}">
        <p14:creationId xmlns:p14="http://schemas.microsoft.com/office/powerpoint/2010/main" val="582428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4802-5CD5-7F56-2DC6-FCB9B5F5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ABFCC5-C753-EF10-545B-DBAB49B93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613318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4A08-6A3F-F708-2CEF-5C0C8803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AE66FE-BDC7-82FB-582E-1830CD8FB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2753619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A58B-9416-18A0-9BA3-CD70967D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D97475-6750-4C78-E096-0F5646749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843446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090-6EFE-395A-88AD-4047E83B0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5B79AE-4767-34B0-19A9-2F5EE1D8E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07641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A233-6A0B-1E70-7C47-B7632A52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08DE46-490F-C5DC-1BCF-BD1F17122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3464247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4519-378F-3ED2-C5FA-3F407003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4E1091-8296-73C6-D306-355A16C28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800167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2803-339F-89D8-2F5B-62323C27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2B07A8-07DC-8DCB-6614-F3A3FBE41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63425" cy="6858000"/>
          </a:xfrm>
        </p:spPr>
      </p:pic>
    </p:spTree>
    <p:extLst>
      <p:ext uri="{BB962C8B-B14F-4D97-AF65-F5344CB8AC3E}">
        <p14:creationId xmlns:p14="http://schemas.microsoft.com/office/powerpoint/2010/main" val="106551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Maruf Rahman</dc:creator>
  <cp:lastModifiedBy>Maruf Rahman</cp:lastModifiedBy>
  <cp:revision>1</cp:revision>
  <dcterms:created xsi:type="dcterms:W3CDTF">2024-11-20T05:40:39Z</dcterms:created>
  <dcterms:modified xsi:type="dcterms:W3CDTF">2024-11-20T05:53:47Z</dcterms:modified>
</cp:coreProperties>
</file>