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50B2-2C20-4F4F-BD33-743D0E9CE2A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7E54-3988-45AD-9D23-5B8849BF10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and NetBeans Installation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Md. </a:t>
            </a:r>
            <a:r>
              <a:rPr lang="en-US" dirty="0" err="1"/>
              <a:t>Mizanur</a:t>
            </a:r>
            <a:r>
              <a:rPr lang="en-US" dirty="0"/>
              <a:t> Rahman</a:t>
            </a:r>
          </a:p>
          <a:p>
            <a:r>
              <a:rPr lang="en-US" dirty="0"/>
              <a:t>Lecturer, DIU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Installation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375" y="276225"/>
            <a:ext cx="11525250" cy="6305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35" y="630315"/>
            <a:ext cx="11750936" cy="4918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3613" y="1453345"/>
            <a:ext cx="5386403" cy="41537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373" y="426128"/>
            <a:ext cx="1125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Go to download folder and find the “</a:t>
            </a:r>
            <a:r>
              <a:rPr lang="en-US" sz="2400" dirty="0" err="1"/>
              <a:t>msi</a:t>
            </a:r>
            <a:r>
              <a:rPr lang="en-US" sz="2400" dirty="0"/>
              <a:t>” installer file, double click it to run the file (if a download window pops up click on “Run”.)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752" y="5803345"/>
            <a:ext cx="1125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Click on Next -&gt; Next -&gt; Install (if required)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5180860" cy="5692760"/>
          </a:xfrm>
        </p:spPr>
        <p:txBody>
          <a:bodyPr/>
          <a:lstStyle/>
          <a:p>
            <a:r>
              <a:rPr lang="en-US" dirty="0"/>
              <a:t>Click on search box. </a:t>
            </a:r>
          </a:p>
          <a:p>
            <a:r>
              <a:rPr lang="en-US" dirty="0"/>
              <a:t>Type “environment”, a application option will come. Click to open the application.</a:t>
            </a:r>
          </a:p>
          <a:p>
            <a:r>
              <a:rPr lang="en-US" dirty="0"/>
              <a:t>Click on the marked option to set up “system environment variable” and JAVA_HOME.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513" y="484203"/>
            <a:ext cx="5485198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5180860" cy="5692760"/>
          </a:xfrm>
        </p:spPr>
        <p:txBody>
          <a:bodyPr/>
          <a:lstStyle/>
          <a:p>
            <a:r>
              <a:rPr lang="en-US" dirty="0"/>
              <a:t>Click on the Selected blue marked area.</a:t>
            </a:r>
          </a:p>
          <a:p>
            <a:r>
              <a:rPr lang="en-US" dirty="0"/>
              <a:t>Click on “Edit” option below that.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736" y="301840"/>
            <a:ext cx="5832629" cy="6335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5180860" cy="29869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Click on highlighted option to add new Java path.</a:t>
            </a:r>
          </a:p>
          <a:p>
            <a:r>
              <a:rPr lang="en-US" dirty="0"/>
              <a:t>After clicking the option a box will be created to paste the java bin folder path.</a:t>
            </a:r>
          </a:p>
          <a:p>
            <a:r>
              <a:rPr lang="en-US" dirty="0"/>
              <a:t>Copy the path shown in the picture. (select and </a:t>
            </a:r>
            <a:r>
              <a:rPr lang="en-US" dirty="0" err="1"/>
              <a:t>ctrl+c</a:t>
            </a:r>
            <a:r>
              <a:rPr lang="en-US" dirty="0"/>
              <a:t>).</a:t>
            </a:r>
          </a:p>
          <a:p>
            <a:r>
              <a:rPr lang="en-US" dirty="0"/>
              <a:t>Paste the path there and click on “OK”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61" y="259995"/>
            <a:ext cx="5762625" cy="6391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97" y="4171626"/>
            <a:ext cx="5966764" cy="1634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5180860" cy="5692760"/>
          </a:xfrm>
        </p:spPr>
        <p:txBody>
          <a:bodyPr/>
          <a:lstStyle/>
          <a:p>
            <a:r>
              <a:rPr lang="en-US" dirty="0"/>
              <a:t>To set up JAVA_HOME system variable, click on the “New” Option. </a:t>
            </a:r>
          </a:p>
          <a:p>
            <a:r>
              <a:rPr lang="en-US" dirty="0"/>
              <a:t>File the blanks as shown.</a:t>
            </a:r>
          </a:p>
          <a:p>
            <a:r>
              <a:rPr lang="en-US" dirty="0"/>
              <a:t>Click on “OK”.</a:t>
            </a:r>
          </a:p>
          <a:p>
            <a:r>
              <a:rPr lang="en-US" dirty="0"/>
              <a:t>Then click “OK” again.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778" y="3463748"/>
            <a:ext cx="71247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11093388" cy="17884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check if java is installed properly, open “Command Prompt” using the search box (we previously used it to search “environment”.)</a:t>
            </a:r>
          </a:p>
          <a:p>
            <a:r>
              <a:rPr lang="en-US" dirty="0"/>
              <a:t>Type “java --version” and hit enter. If a reply like this comes then you have installed java properly, Congratulations.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273" y="2272683"/>
            <a:ext cx="6923242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NetBeans Installation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85737"/>
            <a:ext cx="10629900" cy="64865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19050"/>
            <a:ext cx="9934575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1104900"/>
            <a:ext cx="8620125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42925"/>
            <a:ext cx="11506200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8373" y="426128"/>
            <a:ext cx="1125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Go to download folder and find the “exe” installer file, double click it to run the file (if a download window pops up click on “Run”.)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752" y="5803345"/>
            <a:ext cx="1125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Click on Next -&gt; Next (check mark the box on bottom left side) -&gt; Next -&gt; Install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391" y="1257125"/>
            <a:ext cx="5215981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NetBeans Installation COMPLETE !!!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Let’s create our first JAVA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10178988" cy="5692760"/>
          </a:xfrm>
        </p:spPr>
        <p:txBody>
          <a:bodyPr/>
          <a:lstStyle/>
          <a:p>
            <a:r>
              <a:rPr lang="en-US" dirty="0"/>
              <a:t>Double click this icon on your desktop.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641" y="2025658"/>
            <a:ext cx="441960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10178988" cy="5692760"/>
          </a:xfrm>
        </p:spPr>
        <p:txBody>
          <a:bodyPr/>
          <a:lstStyle/>
          <a:p>
            <a:r>
              <a:rPr lang="en-US" dirty="0"/>
              <a:t>Click on “New Project”.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093" y="1268769"/>
            <a:ext cx="7629202" cy="53713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10178988" cy="5692760"/>
          </a:xfrm>
        </p:spPr>
        <p:txBody>
          <a:bodyPr/>
          <a:lstStyle/>
          <a:p>
            <a:r>
              <a:rPr lang="en-US" dirty="0"/>
              <a:t>Select the options as shown below and click “Next”.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148" y="1194416"/>
            <a:ext cx="7496406" cy="51848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84203"/>
            <a:ext cx="10178988" cy="5692760"/>
          </a:xfrm>
        </p:spPr>
        <p:txBody>
          <a:bodyPr/>
          <a:lstStyle/>
          <a:p>
            <a:r>
              <a:rPr lang="en-US" dirty="0"/>
              <a:t>You can change the highlighted part as per your wish. Then click on “Finish”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40" y="1537686"/>
            <a:ext cx="7518089" cy="52270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18" y="0"/>
            <a:ext cx="11277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90" y="365125"/>
            <a:ext cx="11815445" cy="913765"/>
          </a:xfrm>
        </p:spPr>
        <p:txBody>
          <a:bodyPr/>
          <a:lstStyle/>
          <a:p>
            <a:r>
              <a:rPr lang="en-US" b="1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90" y="1348740"/>
            <a:ext cx="11815445" cy="5380990"/>
          </a:xfrm>
        </p:spPr>
        <p:txBody>
          <a:bodyPr/>
          <a:lstStyle/>
          <a:p>
            <a:r>
              <a:rPr lang="en-US" sz="2400"/>
              <a:t>https://www.youtube.com/watch?v=SQykK40fFds</a:t>
            </a:r>
          </a:p>
          <a:p>
            <a:r>
              <a:rPr lang="en-US" sz="2400"/>
              <a:t>https://www.youtube.com/watch?v=_n_5_4bwSn4&amp;t=311s</a:t>
            </a:r>
          </a:p>
          <a:p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389</Words>
  <Application>Microsoft Office PowerPoint</Application>
  <PresentationFormat>Widescreen</PresentationFormat>
  <Paragraphs>33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JAVA and NetBeans Installation</vt:lpstr>
      <vt:lpstr>JAVA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NetBeans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NetBeans Installation COMPLETE !!!</vt:lpstr>
      <vt:lpstr>Let’s create our first JAVA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NETBEANS Installation</dc:title>
  <dc:creator>Asus</dc:creator>
  <cp:lastModifiedBy>Mizan Rahman</cp:lastModifiedBy>
  <cp:revision>54</cp:revision>
  <dcterms:created xsi:type="dcterms:W3CDTF">2024-07-17T03:19:00Z</dcterms:created>
  <dcterms:modified xsi:type="dcterms:W3CDTF">2025-10-15T05:30:38Z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0467B7B10A2B4BDC9FD2B35B837B5C26_12</vt:lpwstr>
  </property>
  <property fmtid="{D5CDD505-2E9C-101B-9397-08002B2CF9AE}" pid="3" name="KSOProductBuildVer">
    <vt:lpwstr>1033-12.2.0.17562</vt:lpwstr>
  </property>
</Properties>
</file>